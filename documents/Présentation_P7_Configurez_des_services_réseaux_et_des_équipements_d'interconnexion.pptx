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2" r:id="rId5"/>
    <p:sldId id="263" r:id="rId6"/>
    <p:sldId id="260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F7B2DD-4F30-AA62-9210-E6439F7AF87D}" v="64" dt="2025-03-18T15:17:00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Pelage" userId="54db4591437a0f12" providerId="Windows Live" clId="Web-{7E348FE3-9534-A1EF-1AF6-677DC6AC48FE}"/>
    <pc:docChg chg="addSld modSld">
      <pc:chgData name="Samuel Pelage" userId="54db4591437a0f12" providerId="Windows Live" clId="Web-{7E348FE3-9534-A1EF-1AF6-677DC6AC48FE}" dt="2025-02-26T16:59:15.742" v="42" actId="20577"/>
      <pc:docMkLst>
        <pc:docMk/>
      </pc:docMkLst>
      <pc:sldChg chg="modSp">
        <pc:chgData name="Samuel Pelage" userId="54db4591437a0f12" providerId="Windows Live" clId="Web-{7E348FE3-9534-A1EF-1AF6-677DC6AC48FE}" dt="2025-02-26T16:58:51.914" v="19" actId="20577"/>
        <pc:sldMkLst>
          <pc:docMk/>
          <pc:sldMk cId="3216209325" sldId="259"/>
        </pc:sldMkLst>
        <pc:spChg chg="mod">
          <ac:chgData name="Samuel Pelage" userId="54db4591437a0f12" providerId="Windows Live" clId="Web-{7E348FE3-9534-A1EF-1AF6-677DC6AC48FE}" dt="2025-02-26T16:58:51.914" v="19" actId="20577"/>
          <ac:spMkLst>
            <pc:docMk/>
            <pc:sldMk cId="3216209325" sldId="259"/>
            <ac:spMk id="2" creationId="{F7641E61-F6CB-D9F2-3BB2-8DA36662897C}"/>
          </ac:spMkLst>
        </pc:spChg>
      </pc:sldChg>
      <pc:sldChg chg="modSp">
        <pc:chgData name="Samuel Pelage" userId="54db4591437a0f12" providerId="Windows Live" clId="Web-{7E348FE3-9534-A1EF-1AF6-677DC6AC48FE}" dt="2025-02-26T16:58:28.429" v="1" actId="20577"/>
        <pc:sldMkLst>
          <pc:docMk/>
          <pc:sldMk cId="3216673545" sldId="260"/>
        </pc:sldMkLst>
        <pc:spChg chg="mod">
          <ac:chgData name="Samuel Pelage" userId="54db4591437a0f12" providerId="Windows Live" clId="Web-{7E348FE3-9534-A1EF-1AF6-677DC6AC48FE}" dt="2025-02-26T16:58:28.429" v="1" actId="20577"/>
          <ac:spMkLst>
            <pc:docMk/>
            <pc:sldMk cId="3216673545" sldId="260"/>
            <ac:spMk id="2" creationId="{C3E43D4C-5C31-AFF9-628A-16570E249C19}"/>
          </ac:spMkLst>
        </pc:spChg>
      </pc:sldChg>
      <pc:sldChg chg="modSp new">
        <pc:chgData name="Samuel Pelage" userId="54db4591437a0f12" providerId="Windows Live" clId="Web-{7E348FE3-9534-A1EF-1AF6-677DC6AC48FE}" dt="2025-02-26T16:59:15.742" v="42" actId="20577"/>
        <pc:sldMkLst>
          <pc:docMk/>
          <pc:sldMk cId="1752283248" sldId="261"/>
        </pc:sldMkLst>
        <pc:spChg chg="mod">
          <ac:chgData name="Samuel Pelage" userId="54db4591437a0f12" providerId="Windows Live" clId="Web-{7E348FE3-9534-A1EF-1AF6-677DC6AC48FE}" dt="2025-02-26T16:59:15.742" v="42" actId="20577"/>
          <ac:spMkLst>
            <pc:docMk/>
            <pc:sldMk cId="1752283248" sldId="261"/>
            <ac:spMk id="2" creationId="{9090ABAA-1317-8544-164E-0084B1581B4B}"/>
          </ac:spMkLst>
        </pc:spChg>
      </pc:sldChg>
    </pc:docChg>
  </pc:docChgLst>
  <pc:docChgLst>
    <pc:chgData name="Samuel Pelage" userId="54db4591437a0f12" providerId="Windows Live" clId="Web-{8A182E33-4D0B-30EA-81B6-C242A5C92A64}"/>
    <pc:docChg chg="addSld modSld">
      <pc:chgData name="Samuel Pelage" userId="54db4591437a0f12" providerId="Windows Live" clId="Web-{8A182E33-4D0B-30EA-81B6-C242A5C92A64}" dt="2025-02-24T12:18:31.482" v="26"/>
      <pc:docMkLst>
        <pc:docMk/>
      </pc:docMkLst>
      <pc:sldChg chg="delSp modSp">
        <pc:chgData name="Samuel Pelage" userId="54db4591437a0f12" providerId="Windows Live" clId="Web-{8A182E33-4D0B-30EA-81B6-C242A5C92A64}" dt="2025-02-24T12:17:58.809" v="19"/>
        <pc:sldMkLst>
          <pc:docMk/>
          <pc:sldMk cId="3784089036" sldId="256"/>
        </pc:sldMkLst>
        <pc:spChg chg="mod">
          <ac:chgData name="Samuel Pelage" userId="54db4591437a0f12" providerId="Windows Live" clId="Web-{8A182E33-4D0B-30EA-81B6-C242A5C92A64}" dt="2025-02-24T12:17:53.137" v="18" actId="20577"/>
          <ac:spMkLst>
            <pc:docMk/>
            <pc:sldMk cId="3784089036" sldId="256"/>
            <ac:spMk id="2" creationId="{00000000-0000-0000-0000-000000000000}"/>
          </ac:spMkLst>
        </pc:spChg>
        <pc:spChg chg="del">
          <ac:chgData name="Samuel Pelage" userId="54db4591437a0f12" providerId="Windows Live" clId="Web-{8A182E33-4D0B-30EA-81B6-C242A5C92A64}" dt="2025-02-24T12:17:58.809" v="19"/>
          <ac:spMkLst>
            <pc:docMk/>
            <pc:sldMk cId="3784089036" sldId="256"/>
            <ac:spMk id="3" creationId="{00000000-0000-0000-0000-000000000000}"/>
          </ac:spMkLst>
        </pc:spChg>
      </pc:sldChg>
      <pc:sldChg chg="modSp new">
        <pc:chgData name="Samuel Pelage" userId="54db4591437a0f12" providerId="Windows Live" clId="Web-{8A182E33-4D0B-30EA-81B6-C242A5C92A64}" dt="2025-02-24T12:18:26.231" v="25" actId="20577"/>
        <pc:sldMkLst>
          <pc:docMk/>
          <pc:sldMk cId="3477030050" sldId="257"/>
        </pc:sldMkLst>
        <pc:spChg chg="mod">
          <ac:chgData name="Samuel Pelage" userId="54db4591437a0f12" providerId="Windows Live" clId="Web-{8A182E33-4D0B-30EA-81B6-C242A5C92A64}" dt="2025-02-24T12:18:26.231" v="25" actId="20577"/>
          <ac:spMkLst>
            <pc:docMk/>
            <pc:sldMk cId="3477030050" sldId="257"/>
            <ac:spMk id="2" creationId="{EF44BA39-E666-9256-80EF-E5F3FCB782BB}"/>
          </ac:spMkLst>
        </pc:spChg>
      </pc:sldChg>
      <pc:sldChg chg="new">
        <pc:chgData name="Samuel Pelage" userId="54db4591437a0f12" providerId="Windows Live" clId="Web-{8A182E33-4D0B-30EA-81B6-C242A5C92A64}" dt="2025-02-24T12:18:03.621" v="21"/>
        <pc:sldMkLst>
          <pc:docMk/>
          <pc:sldMk cId="3596327055" sldId="258"/>
        </pc:sldMkLst>
      </pc:sldChg>
      <pc:sldChg chg="new">
        <pc:chgData name="Samuel Pelage" userId="54db4591437a0f12" providerId="Windows Live" clId="Web-{8A182E33-4D0B-30EA-81B6-C242A5C92A64}" dt="2025-02-24T12:18:05.043" v="22"/>
        <pc:sldMkLst>
          <pc:docMk/>
          <pc:sldMk cId="3216209325" sldId="259"/>
        </pc:sldMkLst>
      </pc:sldChg>
      <pc:sldChg chg="new">
        <pc:chgData name="Samuel Pelage" userId="54db4591437a0f12" providerId="Windows Live" clId="Web-{8A182E33-4D0B-30EA-81B6-C242A5C92A64}" dt="2025-02-24T12:18:31.482" v="26"/>
        <pc:sldMkLst>
          <pc:docMk/>
          <pc:sldMk cId="3216673545" sldId="260"/>
        </pc:sldMkLst>
      </pc:sldChg>
    </pc:docChg>
  </pc:docChgLst>
  <pc:docChgLst>
    <pc:chgData name="Samuel Pelage" userId="54db4591437a0f12" providerId="Windows Live" clId="Web-{8B408933-BA0E-30D9-3299-CEFF6672EA70}"/>
    <pc:docChg chg="delSld modSld">
      <pc:chgData name="Samuel Pelage" userId="54db4591437a0f12" providerId="Windows Live" clId="Web-{8B408933-BA0E-30D9-3299-CEFF6672EA70}" dt="2025-03-15T17:36:01.263" v="11"/>
      <pc:docMkLst>
        <pc:docMk/>
      </pc:docMkLst>
      <pc:sldChg chg="addSp modSp mod setBg">
        <pc:chgData name="Samuel Pelage" userId="54db4591437a0f12" providerId="Windows Live" clId="Web-{8B408933-BA0E-30D9-3299-CEFF6672EA70}" dt="2025-03-15T17:34:21.244" v="4"/>
        <pc:sldMkLst>
          <pc:docMk/>
          <pc:sldMk cId="3784089036" sldId="256"/>
        </pc:sldMkLst>
        <pc:spChg chg="mod">
          <ac:chgData name="Samuel Pelage" userId="54db4591437a0f12" providerId="Windows Live" clId="Web-{8B408933-BA0E-30D9-3299-CEFF6672EA70}" dt="2025-03-15T17:34:21.244" v="4"/>
          <ac:spMkLst>
            <pc:docMk/>
            <pc:sldMk cId="3784089036" sldId="256"/>
            <ac:spMk id="2" creationId="{00000000-0000-0000-0000-000000000000}"/>
          </ac:spMkLst>
        </pc:spChg>
        <pc:spChg chg="add">
          <ac:chgData name="Samuel Pelage" userId="54db4591437a0f12" providerId="Windows Live" clId="Web-{8B408933-BA0E-30D9-3299-CEFF6672EA70}" dt="2025-03-15T17:34:21.244" v="4"/>
          <ac:spMkLst>
            <pc:docMk/>
            <pc:sldMk cId="3784089036" sldId="256"/>
            <ac:spMk id="7" creationId="{4522B21E-B2B9-4C72-9A71-C87EFD137480}"/>
          </ac:spMkLst>
        </pc:spChg>
        <pc:spChg chg="add">
          <ac:chgData name="Samuel Pelage" userId="54db4591437a0f12" providerId="Windows Live" clId="Web-{8B408933-BA0E-30D9-3299-CEFF6672EA70}" dt="2025-03-15T17:34:21.244" v="4"/>
          <ac:spMkLst>
            <pc:docMk/>
            <pc:sldMk cId="3784089036" sldId="256"/>
            <ac:spMk id="9" creationId="{5EB7D2A2-F448-44D4-938C-DC84CBCB3B1E}"/>
          </ac:spMkLst>
        </pc:spChg>
        <pc:spChg chg="add">
          <ac:chgData name="Samuel Pelage" userId="54db4591437a0f12" providerId="Windows Live" clId="Web-{8B408933-BA0E-30D9-3299-CEFF6672EA70}" dt="2025-03-15T17:34:21.244" v="4"/>
          <ac:spMkLst>
            <pc:docMk/>
            <pc:sldMk cId="3784089036" sldId="256"/>
            <ac:spMk id="11" creationId="{871AEA07-1E14-44B4-8E55-64EF049CD66F}"/>
          </ac:spMkLst>
        </pc:spChg>
        <pc:cxnChg chg="add">
          <ac:chgData name="Samuel Pelage" userId="54db4591437a0f12" providerId="Windows Live" clId="Web-{8B408933-BA0E-30D9-3299-CEFF6672EA70}" dt="2025-03-15T17:34:21.244" v="4"/>
          <ac:cxnSpMkLst>
            <pc:docMk/>
            <pc:sldMk cId="3784089036" sldId="256"/>
            <ac:cxnSpMk id="13" creationId="{F7C8EA93-3210-4C62-99E9-153C275E3A87}"/>
          </ac:cxnSpMkLst>
        </pc:cxnChg>
      </pc:sldChg>
      <pc:sldChg chg="addSp modSp mod setBg">
        <pc:chgData name="Samuel Pelage" userId="54db4591437a0f12" providerId="Windows Live" clId="Web-{8B408933-BA0E-30D9-3299-CEFF6672EA70}" dt="2025-03-15T17:34:59.745" v="9" actId="20577"/>
        <pc:sldMkLst>
          <pc:docMk/>
          <pc:sldMk cId="3477030050" sldId="257"/>
        </pc:sldMkLst>
        <pc:spChg chg="mod">
          <ac:chgData name="Samuel Pelage" userId="54db4591437a0f12" providerId="Windows Live" clId="Web-{8B408933-BA0E-30D9-3299-CEFF6672EA70}" dt="2025-03-15T17:34:33.698" v="5"/>
          <ac:spMkLst>
            <pc:docMk/>
            <pc:sldMk cId="3477030050" sldId="257"/>
            <ac:spMk id="2" creationId="{EF44BA39-E666-9256-80EF-E5F3FCB782BB}"/>
          </ac:spMkLst>
        </pc:spChg>
        <pc:spChg chg="mod">
          <ac:chgData name="Samuel Pelage" userId="54db4591437a0f12" providerId="Windows Live" clId="Web-{8B408933-BA0E-30D9-3299-CEFF6672EA70}" dt="2025-03-15T17:34:59.745" v="9" actId="20577"/>
          <ac:spMkLst>
            <pc:docMk/>
            <pc:sldMk cId="3477030050" sldId="257"/>
            <ac:spMk id="3" creationId="{1E62EE78-5209-7D5E-AD02-8A06A99DEBEC}"/>
          </ac:spMkLst>
        </pc:spChg>
        <pc:spChg chg="add">
          <ac:chgData name="Samuel Pelage" userId="54db4591437a0f12" providerId="Windows Live" clId="Web-{8B408933-BA0E-30D9-3299-CEFF6672EA70}" dt="2025-03-15T17:34:33.698" v="5"/>
          <ac:spMkLst>
            <pc:docMk/>
            <pc:sldMk cId="3477030050" sldId="257"/>
            <ac:spMk id="8" creationId="{B6CDA21F-E7AF-4C75-8395-33F58D5B0E45}"/>
          </ac:spMkLst>
        </pc:spChg>
        <pc:spChg chg="add">
          <ac:chgData name="Samuel Pelage" userId="54db4591437a0f12" providerId="Windows Live" clId="Web-{8B408933-BA0E-30D9-3299-CEFF6672EA70}" dt="2025-03-15T17:34:33.698" v="5"/>
          <ac:spMkLst>
            <pc:docMk/>
            <pc:sldMk cId="3477030050" sldId="257"/>
            <ac:spMk id="15" creationId="{D5B0017B-2ECA-49AF-B397-DC140825DF8D}"/>
          </ac:spMkLst>
        </pc:spChg>
        <pc:grpChg chg="add">
          <ac:chgData name="Samuel Pelage" userId="54db4591437a0f12" providerId="Windows Live" clId="Web-{8B408933-BA0E-30D9-3299-CEFF6672EA70}" dt="2025-03-15T17:34:33.698" v="5"/>
          <ac:grpSpMkLst>
            <pc:docMk/>
            <pc:sldMk cId="3477030050" sldId="257"/>
            <ac:grpSpMk id="10" creationId="{AE1C45F0-260A-458C-96ED-C1F6D2151219}"/>
          </ac:grpSpMkLst>
        </pc:grpChg>
        <pc:cxnChg chg="add">
          <ac:chgData name="Samuel Pelage" userId="54db4591437a0f12" providerId="Windows Live" clId="Web-{8B408933-BA0E-30D9-3299-CEFF6672EA70}" dt="2025-03-15T17:34:33.698" v="5"/>
          <ac:cxnSpMkLst>
            <pc:docMk/>
            <pc:sldMk cId="3477030050" sldId="257"/>
            <ac:cxnSpMk id="17" creationId="{6CF1BAF6-AD41-4082-B212-8A1F9A2E8779}"/>
          </ac:cxnSpMkLst>
        </pc:cxnChg>
      </pc:sldChg>
      <pc:sldChg chg="del">
        <pc:chgData name="Samuel Pelage" userId="54db4591437a0f12" providerId="Windows Live" clId="Web-{8B408933-BA0E-30D9-3299-CEFF6672EA70}" dt="2025-03-15T17:32:53.381" v="0"/>
        <pc:sldMkLst>
          <pc:docMk/>
          <pc:sldMk cId="3216209325" sldId="259"/>
        </pc:sldMkLst>
      </pc:sldChg>
      <pc:sldChg chg="delSp">
        <pc:chgData name="Samuel Pelage" userId="54db4591437a0f12" providerId="Windows Live" clId="Web-{8B408933-BA0E-30D9-3299-CEFF6672EA70}" dt="2025-03-15T17:33:01.913" v="2"/>
        <pc:sldMkLst>
          <pc:docMk/>
          <pc:sldMk cId="3216673545" sldId="260"/>
        </pc:sldMkLst>
        <pc:spChg chg="del">
          <ac:chgData name="Samuel Pelage" userId="54db4591437a0f12" providerId="Windows Live" clId="Web-{8B408933-BA0E-30D9-3299-CEFF6672EA70}" dt="2025-03-15T17:33:01.913" v="2"/>
          <ac:spMkLst>
            <pc:docMk/>
            <pc:sldMk cId="3216673545" sldId="260"/>
            <ac:spMk id="3" creationId="{3CB8AF2F-B564-0931-062E-2FAE458CB850}"/>
          </ac:spMkLst>
        </pc:spChg>
      </pc:sldChg>
      <pc:sldChg chg="del">
        <pc:chgData name="Samuel Pelage" userId="54db4591437a0f12" providerId="Windows Live" clId="Web-{8B408933-BA0E-30D9-3299-CEFF6672EA70}" dt="2025-03-15T17:32:56.288" v="1"/>
        <pc:sldMkLst>
          <pc:docMk/>
          <pc:sldMk cId="1752283248" sldId="261"/>
        </pc:sldMkLst>
      </pc:sldChg>
      <pc:sldChg chg="addSp delSp modSp mod setBg">
        <pc:chgData name="Samuel Pelage" userId="54db4591437a0f12" providerId="Windows Live" clId="Web-{8B408933-BA0E-30D9-3299-CEFF6672EA70}" dt="2025-03-15T17:36:01.263" v="11"/>
        <pc:sldMkLst>
          <pc:docMk/>
          <pc:sldMk cId="295149509" sldId="263"/>
        </pc:sldMkLst>
        <pc:spChg chg="mod">
          <ac:chgData name="Samuel Pelage" userId="54db4591437a0f12" providerId="Windows Live" clId="Web-{8B408933-BA0E-30D9-3299-CEFF6672EA70}" dt="2025-03-15T17:36:01.263" v="11"/>
          <ac:spMkLst>
            <pc:docMk/>
            <pc:sldMk cId="295149509" sldId="263"/>
            <ac:spMk id="2" creationId="{539059C2-B014-EEF6-517E-6732AF3988D9}"/>
          </ac:spMkLst>
        </pc:spChg>
        <pc:spChg chg="del">
          <ac:chgData name="Samuel Pelage" userId="54db4591437a0f12" providerId="Windows Live" clId="Web-{8B408933-BA0E-30D9-3299-CEFF6672EA70}" dt="2025-03-15T17:35:32.403" v="10"/>
          <ac:spMkLst>
            <pc:docMk/>
            <pc:sldMk cId="295149509" sldId="263"/>
            <ac:spMk id="3" creationId="{2E221A86-B2C3-716C-266E-C188904CC5F1}"/>
          </ac:spMkLst>
        </pc:spChg>
        <pc:spChg chg="add">
          <ac:chgData name="Samuel Pelage" userId="54db4591437a0f12" providerId="Windows Live" clId="Web-{8B408933-BA0E-30D9-3299-CEFF6672EA70}" dt="2025-03-15T17:36:01.263" v="11"/>
          <ac:spMkLst>
            <pc:docMk/>
            <pc:sldMk cId="295149509" sldId="263"/>
            <ac:spMk id="7" creationId="{934F1179-B481-4F9E-BCA3-AFB972070F83}"/>
          </ac:spMkLst>
        </pc:spChg>
        <pc:spChg chg="add">
          <ac:chgData name="Samuel Pelage" userId="54db4591437a0f12" providerId="Windows Live" clId="Web-{8B408933-BA0E-30D9-3299-CEFF6672EA70}" dt="2025-03-15T17:36:01.263" v="11"/>
          <ac:spMkLst>
            <pc:docMk/>
            <pc:sldMk cId="295149509" sldId="263"/>
            <ac:spMk id="9" creationId="{827DC2C4-B485-428A-BF4A-472D2967F47F}"/>
          </ac:spMkLst>
        </pc:spChg>
        <pc:spChg chg="add">
          <ac:chgData name="Samuel Pelage" userId="54db4591437a0f12" providerId="Windows Live" clId="Web-{8B408933-BA0E-30D9-3299-CEFF6672EA70}" dt="2025-03-15T17:36:01.263" v="11"/>
          <ac:spMkLst>
            <pc:docMk/>
            <pc:sldMk cId="295149509" sldId="263"/>
            <ac:spMk id="11" creationId="{EE04B5EB-F158-4507-90DD-BD23620C7CC9}"/>
          </ac:spMkLst>
        </pc:spChg>
      </pc:sldChg>
      <pc:sldChg chg="del">
        <pc:chgData name="Samuel Pelage" userId="54db4591437a0f12" providerId="Windows Live" clId="Web-{8B408933-BA0E-30D9-3299-CEFF6672EA70}" dt="2025-03-15T17:33:17.679" v="3"/>
        <pc:sldMkLst>
          <pc:docMk/>
          <pc:sldMk cId="4079326094" sldId="264"/>
        </pc:sldMkLst>
      </pc:sldChg>
    </pc:docChg>
  </pc:docChgLst>
  <pc:docChgLst>
    <pc:chgData name="Samuel Pelage" userId="54db4591437a0f12" providerId="Windows Live" clId="Web-{26EFBB1D-9BD8-CC0E-FA03-0468C1D94704}"/>
    <pc:docChg chg="modSld">
      <pc:chgData name="Samuel Pelage" userId="54db4591437a0f12" providerId="Windows Live" clId="Web-{26EFBB1D-9BD8-CC0E-FA03-0468C1D94704}" dt="2025-02-24T12:16:10.707" v="11" actId="20577"/>
      <pc:docMkLst>
        <pc:docMk/>
      </pc:docMkLst>
      <pc:sldChg chg="modSp">
        <pc:chgData name="Samuel Pelage" userId="54db4591437a0f12" providerId="Windows Live" clId="Web-{26EFBB1D-9BD8-CC0E-FA03-0468C1D94704}" dt="2025-02-24T12:16:10.707" v="11" actId="20577"/>
        <pc:sldMkLst>
          <pc:docMk/>
          <pc:sldMk cId="3784089036" sldId="256"/>
        </pc:sldMkLst>
        <pc:spChg chg="mod">
          <ac:chgData name="Samuel Pelage" userId="54db4591437a0f12" providerId="Windows Live" clId="Web-{26EFBB1D-9BD8-CC0E-FA03-0468C1D94704}" dt="2025-02-24T12:16:10.707" v="11" actId="20577"/>
          <ac:spMkLst>
            <pc:docMk/>
            <pc:sldMk cId="3784089036" sldId="256"/>
            <ac:spMk id="2" creationId="{00000000-0000-0000-0000-000000000000}"/>
          </ac:spMkLst>
        </pc:spChg>
      </pc:sldChg>
    </pc:docChg>
  </pc:docChgLst>
  <pc:docChgLst>
    <pc:chgData name="Samuel Pelage" userId="54db4591437a0f12" providerId="Windows Live" clId="Web-{C30BA46D-9438-60E5-8A06-811D56C4D7B4}"/>
    <pc:docChg chg="addSld modSld">
      <pc:chgData name="Samuel Pelage" userId="54db4591437a0f12" providerId="Windows Live" clId="Web-{C30BA46D-9438-60E5-8A06-811D56C4D7B4}" dt="2025-03-07T11:42:15.742" v="94" actId="20577"/>
      <pc:docMkLst>
        <pc:docMk/>
      </pc:docMkLst>
      <pc:sldChg chg="modSp">
        <pc:chgData name="Samuel Pelage" userId="54db4591437a0f12" providerId="Windows Live" clId="Web-{C30BA46D-9438-60E5-8A06-811D56C4D7B4}" dt="2025-03-07T11:42:15.742" v="94" actId="20577"/>
        <pc:sldMkLst>
          <pc:docMk/>
          <pc:sldMk cId="3477030050" sldId="257"/>
        </pc:sldMkLst>
        <pc:spChg chg="mod">
          <ac:chgData name="Samuel Pelage" userId="54db4591437a0f12" providerId="Windows Live" clId="Web-{C30BA46D-9438-60E5-8A06-811D56C4D7B4}" dt="2025-03-07T11:42:15.742" v="94" actId="20577"/>
          <ac:spMkLst>
            <pc:docMk/>
            <pc:sldMk cId="3477030050" sldId="257"/>
            <ac:spMk id="3" creationId="{1E62EE78-5209-7D5E-AD02-8A06A99DEBEC}"/>
          </ac:spMkLst>
        </pc:spChg>
      </pc:sldChg>
      <pc:sldChg chg="modSp">
        <pc:chgData name="Samuel Pelage" userId="54db4591437a0f12" providerId="Windows Live" clId="Web-{C30BA46D-9438-60E5-8A06-811D56C4D7B4}" dt="2025-03-07T11:39:36.864" v="4" actId="20577"/>
        <pc:sldMkLst>
          <pc:docMk/>
          <pc:sldMk cId="3596327055" sldId="258"/>
        </pc:sldMkLst>
        <pc:spChg chg="mod">
          <ac:chgData name="Samuel Pelage" userId="54db4591437a0f12" providerId="Windows Live" clId="Web-{C30BA46D-9438-60E5-8A06-811D56C4D7B4}" dt="2025-03-07T11:39:36.864" v="4" actId="20577"/>
          <ac:spMkLst>
            <pc:docMk/>
            <pc:sldMk cId="3596327055" sldId="258"/>
            <ac:spMk id="2" creationId="{91370333-5F8C-68CC-9576-50EB37132B2D}"/>
          </ac:spMkLst>
        </pc:spChg>
      </pc:sldChg>
      <pc:sldChg chg="modSp new">
        <pc:chgData name="Samuel Pelage" userId="54db4591437a0f12" providerId="Windows Live" clId="Web-{C30BA46D-9438-60E5-8A06-811D56C4D7B4}" dt="2025-03-07T11:39:55.208" v="9" actId="20577"/>
        <pc:sldMkLst>
          <pc:docMk/>
          <pc:sldMk cId="761222178" sldId="262"/>
        </pc:sldMkLst>
        <pc:spChg chg="mod">
          <ac:chgData name="Samuel Pelage" userId="54db4591437a0f12" providerId="Windows Live" clId="Web-{C30BA46D-9438-60E5-8A06-811D56C4D7B4}" dt="2025-03-07T11:39:55.208" v="9" actId="20577"/>
          <ac:spMkLst>
            <pc:docMk/>
            <pc:sldMk cId="761222178" sldId="262"/>
            <ac:spMk id="2" creationId="{95BE137A-0B2B-60C0-FFA7-999527560BF6}"/>
          </ac:spMkLst>
        </pc:spChg>
      </pc:sldChg>
      <pc:sldChg chg="modSp new">
        <pc:chgData name="Samuel Pelage" userId="54db4591437a0f12" providerId="Windows Live" clId="Web-{C30BA46D-9438-60E5-8A06-811D56C4D7B4}" dt="2025-03-07T11:40:32.427" v="20" actId="20577"/>
        <pc:sldMkLst>
          <pc:docMk/>
          <pc:sldMk cId="295149509" sldId="263"/>
        </pc:sldMkLst>
        <pc:spChg chg="mod">
          <ac:chgData name="Samuel Pelage" userId="54db4591437a0f12" providerId="Windows Live" clId="Web-{C30BA46D-9438-60E5-8A06-811D56C4D7B4}" dt="2025-03-07T11:40:32.427" v="20" actId="20577"/>
          <ac:spMkLst>
            <pc:docMk/>
            <pc:sldMk cId="295149509" sldId="263"/>
            <ac:spMk id="2" creationId="{539059C2-B014-EEF6-517E-6732AF3988D9}"/>
          </ac:spMkLst>
        </pc:spChg>
      </pc:sldChg>
      <pc:sldChg chg="modSp new">
        <pc:chgData name="Samuel Pelage" userId="54db4591437a0f12" providerId="Windows Live" clId="Web-{C30BA46D-9438-60E5-8A06-811D56C4D7B4}" dt="2025-03-07T11:40:45.021" v="30" actId="20577"/>
        <pc:sldMkLst>
          <pc:docMk/>
          <pc:sldMk cId="4079326094" sldId="264"/>
        </pc:sldMkLst>
        <pc:spChg chg="mod">
          <ac:chgData name="Samuel Pelage" userId="54db4591437a0f12" providerId="Windows Live" clId="Web-{C30BA46D-9438-60E5-8A06-811D56C4D7B4}" dt="2025-03-07T11:40:45.021" v="30" actId="20577"/>
          <ac:spMkLst>
            <pc:docMk/>
            <pc:sldMk cId="4079326094" sldId="264"/>
            <ac:spMk id="2" creationId="{787D4D33-F8F8-3441-72DB-4524BC5AFB41}"/>
          </ac:spMkLst>
        </pc:spChg>
      </pc:sldChg>
    </pc:docChg>
  </pc:docChgLst>
  <pc:docChgLst>
    <pc:chgData name="Samuel Pelage" userId="54db4591437a0f12" providerId="Windows Live" clId="Web-{19F7B2DD-4F30-AA62-9210-E6439F7AF87D}"/>
    <pc:docChg chg="addSld delSld modSld sldOrd">
      <pc:chgData name="Samuel Pelage" userId="54db4591437a0f12" providerId="Windows Live" clId="Web-{19F7B2DD-4F30-AA62-9210-E6439F7AF87D}" dt="2025-03-18T15:17:08.169" v="63"/>
      <pc:docMkLst>
        <pc:docMk/>
      </pc:docMkLst>
      <pc:sldChg chg="modSp">
        <pc:chgData name="Samuel Pelage" userId="54db4591437a0f12" providerId="Windows Live" clId="Web-{19F7B2DD-4F30-AA62-9210-E6439F7AF87D}" dt="2025-03-18T15:16:48.246" v="52" actId="20577"/>
        <pc:sldMkLst>
          <pc:docMk/>
          <pc:sldMk cId="3477030050" sldId="257"/>
        </pc:sldMkLst>
        <pc:spChg chg="mod">
          <ac:chgData name="Samuel Pelage" userId="54db4591437a0f12" providerId="Windows Live" clId="Web-{19F7B2DD-4F30-AA62-9210-E6439F7AF87D}" dt="2025-03-18T15:16:48.246" v="52" actId="20577"/>
          <ac:spMkLst>
            <pc:docMk/>
            <pc:sldMk cId="3477030050" sldId="257"/>
            <ac:spMk id="3" creationId="{1E62EE78-5209-7D5E-AD02-8A06A99DEBEC}"/>
          </ac:spMkLst>
        </pc:spChg>
      </pc:sldChg>
      <pc:sldChg chg="del">
        <pc:chgData name="Samuel Pelage" userId="54db4591437a0f12" providerId="Windows Live" clId="Web-{19F7B2DD-4F30-AA62-9210-E6439F7AF87D}" dt="2025-03-18T15:07:40.408" v="38"/>
        <pc:sldMkLst>
          <pc:docMk/>
          <pc:sldMk cId="3596327055" sldId="258"/>
        </pc:sldMkLst>
      </pc:sldChg>
      <pc:sldChg chg="addSp modSp mod setBg">
        <pc:chgData name="Samuel Pelage" userId="54db4591437a0f12" providerId="Windows Live" clId="Web-{19F7B2DD-4F30-AA62-9210-E6439F7AF87D}" dt="2025-03-18T15:17:08.169" v="63"/>
        <pc:sldMkLst>
          <pc:docMk/>
          <pc:sldMk cId="3216673545" sldId="260"/>
        </pc:sldMkLst>
        <pc:spChg chg="mod">
          <ac:chgData name="Samuel Pelage" userId="54db4591437a0f12" providerId="Windows Live" clId="Web-{19F7B2DD-4F30-AA62-9210-E6439F7AF87D}" dt="2025-03-18T15:17:08.169" v="63"/>
          <ac:spMkLst>
            <pc:docMk/>
            <pc:sldMk cId="3216673545" sldId="260"/>
            <ac:spMk id="2" creationId="{C3E43D4C-5C31-AFF9-628A-16570E249C19}"/>
          </ac:spMkLst>
        </pc:spChg>
        <pc:spChg chg="add">
          <ac:chgData name="Samuel Pelage" userId="54db4591437a0f12" providerId="Windows Live" clId="Web-{19F7B2DD-4F30-AA62-9210-E6439F7AF87D}" dt="2025-03-18T15:17:08.169" v="63"/>
          <ac:spMkLst>
            <pc:docMk/>
            <pc:sldMk cId="3216673545" sldId="260"/>
            <ac:spMk id="7" creationId="{934F1179-B481-4F9E-BCA3-AFB972070F83}"/>
          </ac:spMkLst>
        </pc:spChg>
        <pc:spChg chg="add">
          <ac:chgData name="Samuel Pelage" userId="54db4591437a0f12" providerId="Windows Live" clId="Web-{19F7B2DD-4F30-AA62-9210-E6439F7AF87D}" dt="2025-03-18T15:17:08.169" v="63"/>
          <ac:spMkLst>
            <pc:docMk/>
            <pc:sldMk cId="3216673545" sldId="260"/>
            <ac:spMk id="9" creationId="{827DC2C4-B485-428A-BF4A-472D2967F47F}"/>
          </ac:spMkLst>
        </pc:spChg>
        <pc:spChg chg="add">
          <ac:chgData name="Samuel Pelage" userId="54db4591437a0f12" providerId="Windows Live" clId="Web-{19F7B2DD-4F30-AA62-9210-E6439F7AF87D}" dt="2025-03-18T15:17:08.169" v="63"/>
          <ac:spMkLst>
            <pc:docMk/>
            <pc:sldMk cId="3216673545" sldId="260"/>
            <ac:spMk id="11" creationId="{EE04B5EB-F158-4507-90DD-BD23620C7CC9}"/>
          </ac:spMkLst>
        </pc:spChg>
      </pc:sldChg>
      <pc:sldChg chg="addSp delSp modSp mod setBg">
        <pc:chgData name="Samuel Pelage" userId="54db4591437a0f12" providerId="Windows Live" clId="Web-{19F7B2DD-4F30-AA62-9210-E6439F7AF87D}" dt="2025-03-18T15:16:29.871" v="43"/>
        <pc:sldMkLst>
          <pc:docMk/>
          <pc:sldMk cId="761222178" sldId="262"/>
        </pc:sldMkLst>
        <pc:spChg chg="mod">
          <ac:chgData name="Samuel Pelage" userId="54db4591437a0f12" providerId="Windows Live" clId="Web-{19F7B2DD-4F30-AA62-9210-E6439F7AF87D}" dt="2025-03-18T15:16:29.871" v="43"/>
          <ac:spMkLst>
            <pc:docMk/>
            <pc:sldMk cId="761222178" sldId="262"/>
            <ac:spMk id="2" creationId="{95BE137A-0B2B-60C0-FFA7-999527560BF6}"/>
          </ac:spMkLst>
        </pc:spChg>
        <pc:spChg chg="del">
          <ac:chgData name="Samuel Pelage" userId="54db4591437a0f12" providerId="Windows Live" clId="Web-{19F7B2DD-4F30-AA62-9210-E6439F7AF87D}" dt="2025-03-18T15:16:29.871" v="43"/>
          <ac:spMkLst>
            <pc:docMk/>
            <pc:sldMk cId="761222178" sldId="262"/>
            <ac:spMk id="3" creationId="{9D2938B8-EF5C-81AD-BB7F-E1F3366D9751}"/>
          </ac:spMkLst>
        </pc:spChg>
        <pc:spChg chg="add">
          <ac:chgData name="Samuel Pelage" userId="54db4591437a0f12" providerId="Windows Live" clId="Web-{19F7B2DD-4F30-AA62-9210-E6439F7AF87D}" dt="2025-03-18T15:16:29.871" v="43"/>
          <ac:spMkLst>
            <pc:docMk/>
            <pc:sldMk cId="761222178" sldId="262"/>
            <ac:spMk id="8" creationId="{934F1179-B481-4F9E-BCA3-AFB972070F83}"/>
          </ac:spMkLst>
        </pc:spChg>
        <pc:spChg chg="add">
          <ac:chgData name="Samuel Pelage" userId="54db4591437a0f12" providerId="Windows Live" clId="Web-{19F7B2DD-4F30-AA62-9210-E6439F7AF87D}" dt="2025-03-18T15:16:29.871" v="43"/>
          <ac:spMkLst>
            <pc:docMk/>
            <pc:sldMk cId="761222178" sldId="262"/>
            <ac:spMk id="10" creationId="{827DC2C4-B485-428A-BF4A-472D2967F47F}"/>
          </ac:spMkLst>
        </pc:spChg>
        <pc:spChg chg="add">
          <ac:chgData name="Samuel Pelage" userId="54db4591437a0f12" providerId="Windows Live" clId="Web-{19F7B2DD-4F30-AA62-9210-E6439F7AF87D}" dt="2025-03-18T15:16:29.871" v="43"/>
          <ac:spMkLst>
            <pc:docMk/>
            <pc:sldMk cId="761222178" sldId="262"/>
            <ac:spMk id="12" creationId="{EE04B5EB-F158-4507-90DD-BD23620C7CC9}"/>
          </ac:spMkLst>
        </pc:spChg>
      </pc:sldChg>
      <pc:sldChg chg="modSp">
        <pc:chgData name="Samuel Pelage" userId="54db4591437a0f12" providerId="Windows Live" clId="Web-{19F7B2DD-4F30-AA62-9210-E6439F7AF87D}" dt="2025-03-18T15:16:59.668" v="62" actId="20577"/>
        <pc:sldMkLst>
          <pc:docMk/>
          <pc:sldMk cId="295149509" sldId="263"/>
        </pc:sldMkLst>
        <pc:spChg chg="mod">
          <ac:chgData name="Samuel Pelage" userId="54db4591437a0f12" providerId="Windows Live" clId="Web-{19F7B2DD-4F30-AA62-9210-E6439F7AF87D}" dt="2025-03-18T15:16:59.668" v="62" actId="20577"/>
          <ac:spMkLst>
            <pc:docMk/>
            <pc:sldMk cId="295149509" sldId="263"/>
            <ac:spMk id="2" creationId="{539059C2-B014-EEF6-517E-6732AF3988D9}"/>
          </ac:spMkLst>
        </pc:spChg>
      </pc:sldChg>
      <pc:sldChg chg="addSp delSp modSp new mod ord setBg">
        <pc:chgData name="Samuel Pelage" userId="54db4591437a0f12" providerId="Windows Live" clId="Web-{19F7B2DD-4F30-AA62-9210-E6439F7AF87D}" dt="2025-03-18T15:07:32.907" v="37"/>
        <pc:sldMkLst>
          <pc:docMk/>
          <pc:sldMk cId="4178034175" sldId="264"/>
        </pc:sldMkLst>
        <pc:spChg chg="mod">
          <ac:chgData name="Samuel Pelage" userId="54db4591437a0f12" providerId="Windows Live" clId="Web-{19F7B2DD-4F30-AA62-9210-E6439F7AF87D}" dt="2025-03-18T15:07:32.907" v="37"/>
          <ac:spMkLst>
            <pc:docMk/>
            <pc:sldMk cId="4178034175" sldId="264"/>
            <ac:spMk id="2" creationId="{3D04EF58-94C7-BD05-38D6-A4AEBF33B316}"/>
          </ac:spMkLst>
        </pc:spChg>
        <pc:spChg chg="del">
          <ac:chgData name="Samuel Pelage" userId="54db4591437a0f12" providerId="Windows Live" clId="Web-{19F7B2DD-4F30-AA62-9210-E6439F7AF87D}" dt="2025-03-18T13:04:27.733" v="36"/>
          <ac:spMkLst>
            <pc:docMk/>
            <pc:sldMk cId="4178034175" sldId="264"/>
            <ac:spMk id="3" creationId="{36C3CF56-133E-C79D-2DA1-33E3529EA6CA}"/>
          </ac:spMkLst>
        </pc:spChg>
        <pc:spChg chg="add">
          <ac:chgData name="Samuel Pelage" userId="54db4591437a0f12" providerId="Windows Live" clId="Web-{19F7B2DD-4F30-AA62-9210-E6439F7AF87D}" dt="2025-03-18T15:07:32.907" v="37"/>
          <ac:spMkLst>
            <pc:docMk/>
            <pc:sldMk cId="4178034175" sldId="264"/>
            <ac:spMk id="7" creationId="{934F1179-B481-4F9E-BCA3-AFB972070F83}"/>
          </ac:spMkLst>
        </pc:spChg>
        <pc:spChg chg="add">
          <ac:chgData name="Samuel Pelage" userId="54db4591437a0f12" providerId="Windows Live" clId="Web-{19F7B2DD-4F30-AA62-9210-E6439F7AF87D}" dt="2025-03-18T15:07:32.907" v="37"/>
          <ac:spMkLst>
            <pc:docMk/>
            <pc:sldMk cId="4178034175" sldId="264"/>
            <ac:spMk id="9" creationId="{827DC2C4-B485-428A-BF4A-472D2967F47F}"/>
          </ac:spMkLst>
        </pc:spChg>
        <pc:spChg chg="add">
          <ac:chgData name="Samuel Pelage" userId="54db4591437a0f12" providerId="Windows Live" clId="Web-{19F7B2DD-4F30-AA62-9210-E6439F7AF87D}" dt="2025-03-18T15:07:32.907" v="37"/>
          <ac:spMkLst>
            <pc:docMk/>
            <pc:sldMk cId="4178034175" sldId="264"/>
            <ac:spMk id="11" creationId="{EE04B5EB-F158-4507-90DD-BD23620C7CC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fr-FR" sz="6100"/>
              <a:t>Configurez des services réseaux et des équipements d'interconnexion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44BA39-E666-9256-80EF-E5F3FCB7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FR" sz="480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62EE78-5209-7D5E-AD02-8A06A99DE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2200" dirty="0"/>
              <a:t>Choix d'adressage réseau</a:t>
            </a:r>
          </a:p>
          <a:p>
            <a:r>
              <a:rPr lang="fr-FR" sz="2200" dirty="0"/>
              <a:t>VLAN</a:t>
            </a:r>
          </a:p>
          <a:p>
            <a:r>
              <a:rPr lang="fr-FR" sz="2200" dirty="0"/>
              <a:t>Accès au Serveur Web</a:t>
            </a:r>
          </a:p>
          <a:p>
            <a:r>
              <a:rPr lang="fr-FR" sz="2200" dirty="0"/>
              <a:t>ACL</a:t>
            </a:r>
          </a:p>
          <a:p>
            <a:r>
              <a:rPr lang="fr-FR" sz="2200" dirty="0"/>
              <a:t>Préconisations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03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D04EF58-94C7-BD05-38D6-A4AEBF33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Adressage réseau</a:t>
            </a:r>
          </a:p>
        </p:txBody>
      </p:sp>
    </p:spTree>
    <p:extLst>
      <p:ext uri="{BB962C8B-B14F-4D97-AF65-F5344CB8AC3E}">
        <p14:creationId xmlns:p14="http://schemas.microsoft.com/office/powerpoint/2010/main" val="4178034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5BE137A-0B2B-60C0-FFA7-999527560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VLAN</a:t>
            </a:r>
          </a:p>
        </p:txBody>
      </p:sp>
    </p:spTree>
    <p:extLst>
      <p:ext uri="{BB962C8B-B14F-4D97-AF65-F5344CB8AC3E}">
        <p14:creationId xmlns:p14="http://schemas.microsoft.com/office/powerpoint/2010/main" val="76122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9059C2-B014-EEF6-517E-6732AF398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 dirty="0" err="1">
                <a:latin typeface="+mj-lt"/>
                <a:ea typeface="+mj-ea"/>
                <a:cs typeface="+mj-cs"/>
              </a:rPr>
              <a:t>Accès</a:t>
            </a:r>
            <a:r>
              <a:rPr lang="en-US" sz="11500" dirty="0"/>
              <a:t> au </a:t>
            </a:r>
            <a:r>
              <a:rPr lang="en-US" sz="11500" dirty="0" err="1"/>
              <a:t>Serveur</a:t>
            </a:r>
            <a:r>
              <a:rPr lang="en-US" sz="11500" dirty="0"/>
              <a:t> Web</a:t>
            </a:r>
            <a:endParaRPr lang="en-US" sz="11500" kern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5149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E43D4C-5C31-AFF9-628A-16570E249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ACL</a:t>
            </a:r>
          </a:p>
        </p:txBody>
      </p:sp>
    </p:spTree>
    <p:extLst>
      <p:ext uri="{BB962C8B-B14F-4D97-AF65-F5344CB8AC3E}">
        <p14:creationId xmlns:p14="http://schemas.microsoft.com/office/powerpoint/2010/main" val="32166735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Configurez des services réseaux et des équipements d'interconnexion</vt:lpstr>
      <vt:lpstr>Sommaire</vt:lpstr>
      <vt:lpstr>Adressage réseau</vt:lpstr>
      <vt:lpstr>VLAN</vt:lpstr>
      <vt:lpstr>Accès au Serveur Web</vt:lpstr>
      <vt:lpstr>ACL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67</cp:revision>
  <dcterms:created xsi:type="dcterms:W3CDTF">2025-02-24T12:10:46Z</dcterms:created>
  <dcterms:modified xsi:type="dcterms:W3CDTF">2025-03-18T15:17:13Z</dcterms:modified>
</cp:coreProperties>
</file>